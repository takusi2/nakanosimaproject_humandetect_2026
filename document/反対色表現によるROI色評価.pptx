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07d8254fe643cf" /><Relationship Type="http://schemas.openxmlformats.org/officeDocument/2006/relationships/extended-properties" Target="/docProps/app.xml" Id="Rfc9f8a4d4dc348cd" /><Relationship Type="http://schemas.openxmlformats.org/officeDocument/2006/relationships/officeDocument" Target="/ppt/presentation.xml" Id="R43c5bebe7b3445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5edaa143274922"/>
  </p:sldMasterIdLst>
  <p:notesMasterIdLst>
    <p:notesMasterId xmlns:r="http://schemas.openxmlformats.org/officeDocument/2006/relationships" r:id="R49f0510cad114f47"/>
  </p:notesMasterIdLst>
  <p:sldIdLst>
    <p:sldId xmlns:r="http://schemas.openxmlformats.org/officeDocument/2006/relationships" id="256" r:id="R30b4bffdb9e44deb"/>
    <p:sldId xmlns:r="http://schemas.openxmlformats.org/officeDocument/2006/relationships" id="257" r:id="R93bfdd239941485c"/>
    <p:sldId xmlns:r="http://schemas.openxmlformats.org/officeDocument/2006/relationships" id="258" r:id="R18668ce879cb4216"/>
    <p:sldId xmlns:r="http://schemas.openxmlformats.org/officeDocument/2006/relationships" id="259" r:id="R3bae837ba2e94760"/>
    <p:sldId xmlns:r="http://schemas.openxmlformats.org/officeDocument/2006/relationships" id="260" r:id="R2bdb86bbffce46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80859edca444c7" /><Relationship Type="http://schemas.openxmlformats.org/officeDocument/2006/relationships/slideMaster" Target="/ppt/slideMasters/slideMaster1.xml" Id="R355edaa143274922" /><Relationship Type="http://schemas.openxmlformats.org/officeDocument/2006/relationships/notesMaster" Target="/ppt/notesMasters/notesMaster1.xml" Id="R49f0510cad114f47" /><Relationship Type="http://schemas.openxmlformats.org/officeDocument/2006/relationships/presProps" Target="/ppt/presProps.xml" Id="R6d1146ad99b6472b" /><Relationship Type="http://schemas.openxmlformats.org/officeDocument/2006/relationships/tableStyles" Target="/ppt/tableStyles.xml" Id="R349d3a4889ae4a40" /><Relationship Type="http://schemas.openxmlformats.org/officeDocument/2006/relationships/slide" Target="/ppt/slides/slide1.xml" Id="R30b4bffdb9e44deb" /><Relationship Type="http://schemas.openxmlformats.org/officeDocument/2006/relationships/slide" Target="/ppt/slides/slide2.xml" Id="R93bfdd239941485c" /><Relationship Type="http://schemas.openxmlformats.org/officeDocument/2006/relationships/slide" Target="/ppt/slides/slide3.xml" Id="R18668ce879cb4216" /><Relationship Type="http://schemas.openxmlformats.org/officeDocument/2006/relationships/slide" Target="/ppt/slides/slide4.xml" Id="R3bae837ba2e94760" /><Relationship Type="http://schemas.openxmlformats.org/officeDocument/2006/relationships/slide" Target="/ppt/slides/slide5.xml" Id="R2bdb86bbffce46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591daf513745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11c75eae8549f7" /><Relationship Type="http://schemas.openxmlformats.org/officeDocument/2006/relationships/notesMaster" Target="/ppt/notesMasters/notesMaster1.xml" Id="Ra87e2efef58243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f54cd59704e9c" /><Relationship Type="http://schemas.openxmlformats.org/officeDocument/2006/relationships/notesMaster" Target="/ppt/notesMasters/notesMaster1.xml" Id="Re50f72a4207549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b92ed213e34f2b" /><Relationship Type="http://schemas.openxmlformats.org/officeDocument/2006/relationships/notesMaster" Target="/ppt/notesMasters/notesMaster1.xml" Id="Re44ac49e167348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5ee2f0aad4018" /><Relationship Type="http://schemas.openxmlformats.org/officeDocument/2006/relationships/notesMaster" Target="/ppt/notesMasters/notesMaster1.xml" Id="Rbca790f7913d47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f1e12567de4afe" /><Relationship Type="http://schemas.openxmlformats.org/officeDocument/2006/relationships/notesMaster" Target="/ppt/notesMasters/notesMaster1.xml" Id="R04aa5b048b334e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この資料では、色チャートの各パッチROIを対象とする。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thesis_yamada.pdf, 3.5 色表現手法: 反対色表現の定義と極座標変換。</a:t>
            </a:r>
          </a:p>
          <a:p xmlns:a="http://schemas.openxmlformats.org/drawingml/2006/main">
            <a:r>
              <a:t>- この資料内のROI平均・円平均の説明は、上記の定義を用いた本プロジェクトの評価設計。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反対色平面は赤–緑軸と黄–青軸で構成する。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thesis_yamada.pdf, 3.5 色表現手法: 反対色表現の定義と極座標変換。</a:t>
            </a:r>
          </a:p>
          <a:p xmlns:a="http://schemas.openxmlformats.org/drawingml/2006/main">
            <a:r>
              <a:t>- この資料内のROI平均・円平均の説明は、上記の定義を用いた本プロジェクトの評価設計。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各θを (cosθ, sinθ) に変換して平均し、atan2で代表色相へ戻す。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thesis_yamada.pdf, 3.5 色表現手法: 反対色表現の定義と極座標変換。</a:t>
            </a:r>
          </a:p>
          <a:p xmlns:a="http://schemas.openxmlformats.org/drawingml/2006/main">
            <a:r>
              <a:t>- この資料内のROI平均・円平均の説明は、上記の定義を用いた本プロジェクトの評価設計。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θは theta_deg_circular_mean、Rは theta_resultant_length、rは radius_mean に対応する。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thesis_yamada.pdf, 3.5 色表現手法: 反対色表現の定義と極座標変換。</a:t>
            </a:r>
          </a:p>
          <a:p xmlns:a="http://schemas.openxmlformats.org/drawingml/2006/main">
            <a:r>
              <a:t>- この資料内のROI平均・円平均の説明は、上記の定義を用いた本プロジェクトの評価設計。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白・灰・黒パッチでは色相が安定しないため、θよりrとRを優先して解釈する。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thesis_yamada.pdf, 3.5 色表現手法: 反対色表現の定義と極座標変換。</a:t>
            </a:r>
          </a:p>
          <a:p xmlns:a="http://schemas.openxmlformats.org/drawingml/2006/main">
            <a:r>
              <a:t>- この資料内のROI平均・円平均の説明は、上記の定義を用いた本プロジェクトの評価設計。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f55d4e5b34a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0d0e6c48384cb7" /><Relationship Type="http://schemas.openxmlformats.org/officeDocument/2006/relationships/slideLayout" Target="/ppt/slideLayouts/slideLayout1.xml" Id="Rcbd4240184d04f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4240184d04f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6101051d846df" /><Relationship Type="http://schemas.openxmlformats.org/officeDocument/2006/relationships/notesSlide" Target="/ppt/notesSlides/notesSlide1.xml" Id="Rdedcd529a2a847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0d22220a14129" /><Relationship Type="http://schemas.openxmlformats.org/officeDocument/2006/relationships/notesSlide" Target="/ppt/notesSlides/notesSlide2.xml" Id="Rf1694d82a20c4e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d2b3ab72d4305" /><Relationship Type="http://schemas.openxmlformats.org/officeDocument/2006/relationships/notesSlide" Target="/ppt/notesSlides/notesSlide3.xml" Id="Rf92e7346dfcf49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85c893e154e5a" /><Relationship Type="http://schemas.openxmlformats.org/officeDocument/2006/relationships/notesSlide" Target="/ppt/notesSlides/notesSlide4.xml" Id="Rbbea8171893f4f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0c62206e44889" /><Relationship Type="http://schemas.openxmlformats.org/officeDocument/2006/relationships/notesSlide" Target="/ppt/notesSlides/notesSlide5.xml" Id="Rcf609bca063644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07B2457-1842-4CC2-90AC-9943A0C0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反対色表現による
ROI色評価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B478C21-CA9D-4DD6-9A0C-1371A483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色相の方向・まとまり・色成分の強さを
全画素から評価する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4300D99-6AD5-4B3B-8482-F21318A2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NakanosimaProject / A-1 色評価</a:t>
            </a:r>
          </a:p>
        </p:txBody>
      </p:sp>
    </p:spTree>
    <p:extLst>
      <p:ext uri="{BB962C8B-B14F-4D97-AF65-F5344CB8AC3E}">
        <p14:creationId xmlns:p14="http://schemas.microsoft.com/office/powerpoint/2010/main" val="10255725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9B2165E-465E-4DBA-AE59-44CF939D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74A8451-0A3F-447F-9468-DF631677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Lab評価に、反対色の見方を加える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1FF094D-54E1-44E0-A4AB-0975E281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既存のLab評価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ACFE2C0-0BC1-4CD3-99A8-C2D614F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O_RG = R − G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0EB6D0BD-D136-4463-A9A3-A6C9838E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14932CAB-23C2-4712-B373-5D235A9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L・a・b・chromaは残す。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反対色評価では、色味の方向と色相のまとまりを追加で確認する。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BF8D44A-1CA7-4310-8AA2-C2CFBC4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O_YB = (R + G)/2 − B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029698E-6E4A-4A96-9735-18C723B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E4512045-A018-4A1E-935C-E0554E51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r：色成分の強さ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06011656-FDD7-4C2F-97E2-74621B90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0FDF8F76-C380-4A3C-8FC6-6447FED7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θ：色相の方向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FCA09BF2-457F-4863-91C4-168EACDC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42B36753-F8E1-4974-A154-5E3618D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ROIの全画素で計算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822581A5-6006-427B-8471-796CBAA4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4928950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BD4DFF4-9EB7-472A-BBA9-C02ED159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(cosθ, sinθ)を平均
向き → 代表色相
長さR → まとまり度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6368A57-DA06-4618-B06A-450445D8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θ = 359° と 1°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D587815-F83D-4F74-B01A-334894B2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通常平均は180°となり誤り</a:t>
            </a:r>
          </a:p>
        </p:txBody>
      </p:sp>
    </p:spTree>
    <p:extLst>
      <p:ext uri="{BB962C8B-B14F-4D97-AF65-F5344CB8AC3E}">
        <p14:creationId xmlns:p14="http://schemas.microsoft.com/office/powerpoint/2010/main" val="13177919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3E11708-B76D-4718-8FE5-5CE5BD1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75A01FC-7D34-4125-BADC-2A855C3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4EF1E3B-8AA3-440D-B51A-71C28C8A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30A8E3F-E6E9-4DF3-995F-76212C38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ECAB6C3-4C6C-4DB7-87E6-85F6994E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ROIごとに得られる3つの評価値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768EC50-E72A-4C9F-96C2-C545B9F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代表色相
どの色方向か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0F9D3B8-CCC0-446E-81B8-41C4F869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色成分の強さ
無彩色からの距離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6FD1021-F8FD-4EE2-9B06-F9BF880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色相のまとまり
1に近いほど均一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DF8FFDC-DC82-42CF-9013-49018C0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θ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E4D41447-B68E-4D3F-A5B9-175D35FE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C0ADC47-B71B-4C64-80E8-6868112F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26FD684-EE08-49FC-89FC-1848006F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評価の基本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ROI内の全画素・全解析フレームから計算し、3つをセットで比較する。</a:t>
            </a:r>
          </a:p>
        </p:txBody>
      </p:sp>
    </p:spTree>
    <p:extLst>
      <p:ext uri="{BB962C8B-B14F-4D97-AF65-F5344CB8AC3E}">
        <p14:creationId xmlns:p14="http://schemas.microsoft.com/office/powerpoint/2010/main" val="11025815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365BCA5-C82D-432F-A303-6FE9941B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色味・均一性・強さ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E07CB42-15BC-4CAE-B957-B0A3E781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θ差：色味のずれ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R：パッチ内の均一性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r：色成分の強さ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09E10AA-B2EE-4A40-ACE8-847F6BAC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評価結果は3つを分けて読む</a:t>
            </a:r>
          </a:p>
        </p:txBody>
      </p:sp>
    </p:spTree>
    <p:extLst>
      <p:ext uri="{BB962C8B-B14F-4D97-AF65-F5344CB8AC3E}">
        <p14:creationId xmlns:p14="http://schemas.microsoft.com/office/powerpoint/2010/main" val="1920742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2026-08-26T14:19:10.3890000Z</dcterms:created>
  <dcterms:modified xsi:type="dcterms:W3CDTF">2026-08-26T14:19:10.3890000Z</dcterms:modified>
</coreProperties>
</file>